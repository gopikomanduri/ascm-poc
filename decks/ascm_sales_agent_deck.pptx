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5752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85313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EAB308"/>
                </a:solidFill>
              </a:defRPr>
            </a:pPr>
            <a:r>
              <a:t>ASCM SALES AGENT V2</a:t>
            </a:r>
          </a:p>
          <a:p>
            <a:pPr>
              <a:spcAft>
                <a:spcPts val="1400"/>
              </a:spcAft>
              <a:defRPr b="1" sz="3600">
                <a:solidFill>
                  <a:srgbClr val="FFFFFF"/>
                </a:solidFill>
              </a:defRPr>
            </a:pPr>
            <a:r>
              <a:t>The Autonomous B2B Deal Closer</a:t>
            </a:r>
          </a:p>
          <a:p>
            <a:pPr>
              <a:spcAft>
                <a:spcPts val="2000"/>
              </a:spcAft>
              <a:defRPr sz="1500">
                <a:solidFill>
                  <a:srgbClr val="94A3B8"/>
                </a:solidFill>
              </a:defRPr>
            </a:pPr>
            <a:r>
              <a:t>Turn Git Commits &amp; Architectural Milestones into High-Converting Enterprise Pipeline</a:t>
            </a:r>
            <a:br/>
            <a:r>
              <a:t>Without SDRs, DNS Configuration, or Manual CRM Entry</a:t>
            </a:r>
          </a:p>
          <a:p>
            <a:pPr>
              <a:defRPr sz="1100">
                <a:solidFill>
                  <a:srgbClr val="EAB308"/>
                </a:solidFill>
              </a:defRPr>
            </a:pPr>
            <a:r>
              <a:t>Product Overview &amp; Commercial Capability Deck  |  ASCM Enterprise Autonomous GTM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EAB308"/>
                </a:solidFill>
              </a:defRPr>
            </a:pPr>
            <a:r>
              <a:t>MARKET REALITY &amp; FOUNDER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Why Technical Founders &amp; Devs Struggle to Close Enterprise Sales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Deep technical products die not because of bad code, but because engineers hate manual sales grind.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29184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EAB308"/>
                </a:solidFill>
              </a:defRPr>
            </a:pPr>
            <a:r>
              <a:t>1. The Context Gap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Traditional SDRs don't understand microservice architectures or distributed consensus.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Cold emails sound like generic pitch scripts that CTOs immediately flag as spam.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82% of technical outreach fails because it lacks provable customer pain points.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29184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9202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EAB308"/>
                </a:solidFill>
              </a:defRPr>
            </a:pPr>
            <a:r>
              <a:t>2. Setup &amp; Setup Friction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Buying secondary domains, configuring SPF/DKIM/DMARC records takes days.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Complex CRM tooling (Salesforce, HubSpot) requires continuous manual data logging.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Engineers postpone sales to keep coding, creating the fatal 'Code-Trap' founder cycle.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737360"/>
            <a:ext cx="329184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9202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EAB308"/>
                </a:solidFill>
              </a:defRPr>
            </a:pPr>
            <a:r>
              <a:t>3. Missed Deal Velocity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Inbound interest goes cold within 4 hours without instant technical objection handling.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No automated link between what is shipped in git and who needs to be pitched today.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Lost opportunities with multi-million dollar ACVs to inferior, louder competitors.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EAB308"/>
                </a:solidFill>
              </a:defRPr>
            </a:pPr>
            <a:r>
              <a:t>AUTONOMOUS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ASCM Sales Agent V2: Built for Technical Deal Closing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Continuous pipeline generation triggered natively from engineering reality.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EAB308"/>
                </a:solidFill>
              </a:defRPr>
            </a:pPr>
            <a:r>
              <a:t>Auto-Lead Discovery &amp; Enrichment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Identifies VP Eng, CTOs, and Platform Leads at high-growth engineering companies.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Enriches ICP company size, tech stack, and active architectural transitions.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12064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EAB308"/>
                </a:solidFill>
              </a:defRPr>
            </a:pPr>
            <a:r>
              <a:t>Hyper-Personalized Outreach Engine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Generates tailored 3-touch cadence referencing the prospect's exact public stack.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Directly integrates Founder's Cal.com booking link to maximize demo conversions.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2064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EAB308"/>
                </a:solidFill>
              </a:defRPr>
            </a:pPr>
            <a:r>
              <a:t>Live Objection Handling &amp; Battlecards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Automated responses to 'Why not Cursor/Copilot?', 'What about security?', 'Build vs Buy'.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Deterministic ROI calculators proven to justify $50k - $250k enterprise licensing.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512064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976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EAB308"/>
                </a:solidFill>
              </a:defRPr>
            </a:pPr>
            <a:r>
              <a:t>Zero-Friction Relay Dispatch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Pre-warmed staging and direct webhook integration eliminate email delivery hassles.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Complete deal tracking in `.ascm_history/sales_pipeline.json` with zero manual CRM.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EAB308"/>
                </a:solidFill>
              </a:defRPr>
            </a:pPr>
            <a:r>
              <a:t>BATTLE-TESTED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Proven Outbound Execution &amp; Conversion Metrics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Tested against enterprise buyer personas across Tier-1 observability and fintech infrastructure.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46888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103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EAB308"/>
                </a:solidFill>
              </a:defRPr>
            </a:pPr>
            <a:r>
              <a:t>100% Zero-Setup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No API keys needed to test.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Scans local repo automatically.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Zero DNS record headaches.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Immediate founder launch.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737360"/>
            <a:ext cx="246888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920240"/>
            <a:ext cx="2103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EAB308"/>
                </a:solidFill>
              </a:defRPr>
            </a:pPr>
            <a:r>
              <a:t>3x Response Rate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Hyper-technical messaging.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Addresses microservice debt.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Avoids generic marketing speak.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Engages engineering leads.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246888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2103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EAB308"/>
                </a:solidFill>
              </a:defRPr>
            </a:pPr>
            <a:r>
              <a:t>4-Hour Cal Bookings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Frictionless Cal.com routing.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Real-time objection counters.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Pre-qualified buyer intent.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Instant founder calendar sync.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737360"/>
            <a:ext cx="246888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920240"/>
            <a:ext cx="2103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EAB308"/>
                </a:solidFill>
              </a:defRPr>
            </a:pPr>
            <a:r>
              <a:t>Enterprise Pipeline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Generates $150k+ pipeline.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Full audit trail in JSON.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Direct export to CRM/Slack.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Continuous automated scaling.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EAB308"/>
                </a:solidFill>
              </a:defRPr>
            </a:pPr>
            <a:r>
              <a:t>DEPLOYMENT &amp; 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How to Deploy the ASCM Sales Agent in Your Organization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Available as standalone enterprise agent or embedded into the ASCM Core Platform.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EAB308"/>
                </a:solidFill>
              </a:defRPr>
            </a:pPr>
            <a:r>
              <a:t>Autonomous Outbound Pack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Automated Lead Prospecting &amp; ICP Scoring (1,000 leads/mo)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3-Touch Deeply Technical Outbound Cadence Generation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Cal.com Integration with Zero-Setup Staging Relay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Deterministic Objection Handling Battlecard Engine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Nightly Pipeline Health &amp; Follow-Up Automation Cron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Full Local Storage &amp; Privacy: No external CRM data lock-in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12064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EAB308"/>
                </a:solidFill>
              </a:defRPr>
            </a:pPr>
            <a:r>
              <a:t>Full Autonomous GTM Suite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Everything in Sales Agent Pack PLUS: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ASCM Marketing Agent (Social, SEO, Multi-Repo DevRel)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Automated Medium Ranking (LinkedIn, X, HackerNews, Reddit)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Instant Clipboard &amp; Web Intent 1-Click Publishing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Proactive Git Anti-Procrastination Monitor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 Continuous Alignment with Active Engineering PRs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