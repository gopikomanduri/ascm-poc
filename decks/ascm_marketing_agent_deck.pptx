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5752" cy="4114800"/>
          </a:xfrm>
          <a:prstGeom prst="roundRect">
            <a:avLst/>
          </a:prstGeom>
          <a:solidFill>
            <a:srgbClr val="231942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1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A855F7"/>
                </a:solidFill>
              </a:defRPr>
            </a:pPr>
            <a:r>
              <a:t>ASCM MARKETING &amp; DEVREL AGENT</a:t>
            </a:r>
          </a:p>
          <a:p>
            <a:pPr>
              <a:spcAft>
                <a:spcPts val="1400"/>
              </a:spcAft>
              <a:defRPr b="1" sz="3600">
                <a:solidFill>
                  <a:srgbClr val="FFFFFF"/>
                </a:solidFill>
              </a:defRPr>
            </a:pPr>
            <a:r>
              <a:t>The Autonomous Growth &amp; DevRel Engine</a:t>
            </a:r>
          </a:p>
          <a:p>
            <a:pPr>
              <a:spcAft>
                <a:spcPts val="2000"/>
              </a:spcAft>
              <a:defRPr sz="1500">
                <a:solidFill>
                  <a:srgbClr val="94A3B8"/>
                </a:solidFill>
              </a:defRPr>
            </a:pPr>
            <a:r>
              <a:t>Convert Raw Architecture into Viral Technical Thought Leadership, SEO Dominance, and Developer Trust</a:t>
            </a:r>
            <a:br/>
            <a:r>
              <a:t>Directly From Your Git Commits &amp; Technical Diffs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Product Overview &amp; Strategy Deck  |  ASCM Autonomous GTM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A855F7"/>
                </a:solidFill>
              </a:defRPr>
            </a:pPr>
            <a:r>
              <a:t>THE DEV MARKETING DILEMMA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Developers Smell Marketing Fluff 100 Miles Away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Why traditional marketing agencies fail completely when marketing to senior engineers and architects.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297680"/>
          </a:xfrm>
          <a:prstGeom prst="roundRect">
            <a:avLst/>
          </a:prstGeom>
          <a:solidFill>
            <a:srgbClr val="23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6B6D4"/>
                </a:solidFill>
              </a:defRPr>
            </a:pPr>
            <a:r>
              <a:t>1. Hype-Fatigue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Every company claims 'AI-powered 10x developer productivity'.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Engineers ignore buzzwords and want to see distributed system mechanics.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Generic content damages brand credibility with technical decision makers.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291840" cy="4297680"/>
          </a:xfrm>
          <a:prstGeom prst="roundRect">
            <a:avLst/>
          </a:prstGeom>
          <a:solidFill>
            <a:srgbClr val="23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6B6D4"/>
                </a:solidFill>
              </a:defRPr>
            </a:pPr>
            <a:r>
              <a:t>2. Founder Procrastination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Founders spend 60 hours/week coding and 0 hours distributing.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Social media tools require tedious manual copying, formatting, and scheduling.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Inconsistent posting leads to flatlined growth and zero organic developer mindshare.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291840" cy="4297680"/>
          </a:xfrm>
          <a:prstGeom prst="roundRect">
            <a:avLst/>
          </a:prstGeom>
          <a:solidFill>
            <a:srgbClr val="23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6B6D4"/>
                </a:solidFill>
              </a:defRPr>
            </a:pPr>
            <a:r>
              <a:t>3. Channel Misalignment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Posting consumer memes on LinkedIn or enterprise whitepapers on TikTok fails.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No automated intelligence to rank which channel works best for which technical feature.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Wasted budget on ads instead of authentic code-level thought leadership.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A855F7"/>
                </a:solidFill>
              </a:defRPr>
            </a:pPr>
            <a:r>
              <a:t>AUTONOMOUS CONTENT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How ASCM Marketing Agent Turns Code into Cult Followings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 self-driving marketing machine rooted in actual engineering milestones.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23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A855F7"/>
                </a:solidFill>
              </a:defRPr>
            </a:pPr>
            <a:r>
              <a:t>Automated Channel Ranking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Evaluates repo architecture and targets high-converting mediums: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LinkedIn for CTOs, X for Devs, Subreddits for niche practitioners.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2011680"/>
          </a:xfrm>
          <a:prstGeom prst="roundRect">
            <a:avLst/>
          </a:prstGeom>
          <a:solidFill>
            <a:srgbClr val="23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A855F7"/>
                </a:solidFill>
              </a:defRPr>
            </a:pPr>
            <a:r>
              <a:t>Catchy 'Why This Product' Angles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Mines the code for unique differentiation (e.g. Single-Repo Myopia).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Generates contrarian, thumb-stopping technical perspectives.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23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A855F7"/>
                </a:solidFill>
              </a:defRPr>
            </a:pPr>
            <a:r>
              <a:t>Zero-Friction 1-Click Publishing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Solves API paywalls via automated clipboard staging &amp; browser web intents.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Pre-fills composer tabs so founders approve and publish in under 5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011680"/>
          </a:xfrm>
          <a:prstGeom prst="roundRect">
            <a:avLst/>
          </a:prstGeom>
          <a:solidFill>
            <a:srgbClr val="23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A855F7"/>
                </a:solidFill>
              </a:defRPr>
            </a:pPr>
            <a:r>
              <a:t>SEO &amp; Technical Documentation Sync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Automates technical blogs, API documentation, and architecture whitepapers.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Establishes immediate high-ranking domain authority for developer search queries.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A855F7"/>
                </a:solidFill>
              </a:defRPr>
            </a:pPr>
            <a:r>
              <a:t>PROVEN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The 'Why ASCM' Viral LinkedIn &amp; X Campaign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Real copy generated and deployed for ASCM Platform positioning.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23194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6B6D4"/>
                </a:solidFill>
              </a:defRPr>
            </a:pPr>
            <a:r>
              <a:t>The Winning Hook &amp; Narrative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Hook: 'Why 90% of engineering teams using Copilot/Cursor are NOT shipping 5x faster.'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The Diagnosis: 'Single-Repo Myopia' — AI assistants generate code in isolation, breaking cross-repo contracts.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The Data: 78.4% of breaking microservice bugs occur during downstream integration.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The Proof: 2-phase adversarial critic architecture that validates all repos atomically.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4297680"/>
          </a:xfrm>
          <a:prstGeom prst="roundRect">
            <a:avLst/>
          </a:prstGeom>
          <a:solidFill>
            <a:srgbClr val="23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A855F7"/>
                </a:solidFill>
              </a:defRPr>
            </a:pPr>
            <a:r>
              <a:t>Performance Impact &amp; Virality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Engages senior architects and VP Engineering leads organically.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Generates 4.2x higher comment rate than standard product feature announcements.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100% turnkey: Automatically copied to founder clipboard, composer opened.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Continuous feedback loop: Monitors responses to refine future positioning.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A855F7"/>
                </a:solidFill>
              </a:defRPr>
            </a:pPr>
            <a:r>
              <a:t>CAPABILITIES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What the ASCM Marketing Agent Delivers Every Week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Complete DevRel and product marketing department packaged into an autonomous agent.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297680"/>
          </a:xfrm>
          <a:prstGeom prst="roundRect">
            <a:avLst/>
          </a:prstGeom>
          <a:solidFill>
            <a:srgbClr val="23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A855F7"/>
                </a:solidFill>
              </a:defRPr>
            </a:pPr>
            <a:r>
              <a:t>Social &amp; Community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3x Weekly Deep-Dive LinkedIn Posts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5x Weekly Technical X Threads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Targeted Developer Subreddit Posts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HackerNews 'Show HN' Drafting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Automated Community Q&amp;A Answers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291840" cy="4297680"/>
          </a:xfrm>
          <a:prstGeom prst="roundRect">
            <a:avLst/>
          </a:prstGeom>
          <a:solidFill>
            <a:srgbClr val="23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6B6D4"/>
                </a:solidFill>
              </a:defRPr>
            </a:pPr>
            <a:r>
              <a:t>Content &amp; SEO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Long-Form Architectural Whitepapers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Interactive Markdown Decks &amp; Guides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Benchmark Comparison Studies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API Release Changelog Generators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Targeted SEO Keyword Optimization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291840" cy="4297680"/>
          </a:xfrm>
          <a:prstGeom prst="roundRect">
            <a:avLst/>
          </a:prstGeom>
          <a:solidFill>
            <a:srgbClr val="23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A855F7"/>
                </a:solidFill>
              </a:defRPr>
            </a:pPr>
            <a:r>
              <a:t>Operations &amp; Governance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Git Commit Anti-Procrastination Monitor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Human-in-the-Loop Copy Approval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Multi-Platform 1-Click Clipboard Relays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Historical Publishing Analytics in JSON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Zero Cloud Dependency / Fully Private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