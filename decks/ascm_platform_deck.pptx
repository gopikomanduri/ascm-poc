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5752" cy="411480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85313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0B981"/>
                </a:solidFill>
              </a:defRPr>
            </a:pPr>
            <a:r>
              <a:t>ASCM PLATFORM (AUTONOMOUS SOFTWARE CODING MACHINE)</a:t>
            </a:r>
          </a:p>
          <a:p>
            <a:pPr>
              <a:spcAft>
                <a:spcPts val="1400"/>
              </a:spcAft>
              <a:defRPr b="1" sz="3600">
                <a:solidFill>
                  <a:srgbClr val="FFFFFF"/>
                </a:solidFill>
              </a:defRPr>
            </a:pPr>
            <a:r>
              <a:t>The Autonomous Multi-Repo Engineering Engine</a:t>
            </a:r>
          </a:p>
          <a:p>
            <a:pPr>
              <a:spcAft>
                <a:spcPts val="2000"/>
              </a:spcAft>
              <a:defRPr sz="1500">
                <a:solidFill>
                  <a:srgbClr val="94A3B8"/>
                </a:solidFill>
              </a:defRPr>
            </a:pPr>
            <a:r>
              <a:t>Solving Single-Repo Myopia &amp; Confirmation Bias with Two-Phase Adversarial Critic Verification</a:t>
            </a:r>
            <a:br/>
            <a:r>
              <a:t>End-to-End Orchestration from Feature Specs to Multi-Service Deployment and Autonomous GTM</a:t>
            </a:r>
          </a:p>
          <a:p>
            <a:pPr>
              <a:defRPr sz="1100">
                <a:solidFill>
                  <a:srgbClr val="3B82F6"/>
                </a:solidFill>
              </a:defRPr>
            </a:pPr>
            <a:r>
              <a:t>Master Architectural &amp; Commercial Deck  |  Production v1.0 Verified  |  85/85 Passing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THE PARADIGM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Why Current AI Coding Assistants Fail in Real Engineering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Copilot, Cursor, and ChatGPT work on single files or single repos, ignoring distributed system reality.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91840" cy="4297680"/>
          </a:xfrm>
          <a:prstGeom prst="round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3B82F6"/>
                </a:solidFill>
              </a:defRPr>
            </a:pPr>
            <a:r>
              <a:t>Single-Repo Myopia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Real systems span 5 to 50 microservices, SDKs, and frontend repos.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Changing an API parameter silently breaks 3 downstream consumer services.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Single-repo AI assistants have zero cross-repository dependency awareness.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291840" cy="4297680"/>
          </a:xfrm>
          <a:prstGeom prst="round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3B82F6"/>
                </a:solidFill>
              </a:defRPr>
            </a:pPr>
            <a:r>
              <a:t>Confirmation Bias Trap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When the same LLM writes and tests code, it confirms its own hallucinations.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Mock tests pass locally while production microservices crash under runtime loads.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Zero adversarial rigor in existing AI code generation workflows.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737360"/>
            <a:ext cx="3291840" cy="4297680"/>
          </a:xfrm>
          <a:prstGeom prst="round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10B981"/>
                </a:solidFill>
              </a:defRPr>
            </a:pPr>
            <a:r>
              <a:t>Siloed GTM Disconnect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Engineering ships features, but sales and marketing never hear about them.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Zero automated connection between git commits and customer pipeline generation.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Weeks of delay translating technical accomplishments into business growth.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ASCM's 4 Core Pillars of Autonomous Engineering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A complete, self-healing software factory backed by adversarial multi-agent orchestration.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2011680"/>
          </a:xfrm>
          <a:prstGeom prst="round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10B981"/>
                </a:solidFill>
              </a:defRPr>
            </a:pPr>
            <a:r>
              <a:t>1. Cross-Repo Dependency Graph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Builds complete multi-repo ASTs and dependency graphs.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Simulates breaking changes across contracts before generating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120640" cy="2011680"/>
          </a:xfrm>
          <a:prstGeom prst="round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10B981"/>
                </a:solidFill>
              </a:defRPr>
            </a:pPr>
            <a:r>
              <a:t>2. Adversarial Critic Verification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Two-phase verification: Independent critic agents actively try to break code.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Runs mathematical proofs, fuzzing, and contract validation before commit.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011680"/>
          </a:xfrm>
          <a:prstGeom prst="round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3B82F6"/>
                </a:solidFill>
              </a:defRPr>
            </a:pPr>
            <a:r>
              <a:t>3. Domain Adaptation &amp; SLM Engine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LoRA fine-tuning and INT4 GGUF quantization for edge deployment.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Runs sub-3B parameter financial &amp; CAD engines locally in 2.2GB RAM.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120640" cy="2011680"/>
          </a:xfrm>
          <a:prstGeom prst="round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976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3B82F6"/>
                </a:solidFill>
              </a:defRPr>
            </a:pPr>
            <a:r>
              <a:t>4. Autonomous GTM &amp; DevRel Loop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Native Sales &amp; Marketing agents directly tied to git commits.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Instant zero-setup multi-channel distribution and pipeline closing.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PRODUCTION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What ASCM Built: Real-World Production Systems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Not a toy demo. ASCM generates, verifies, and deploys mission-critical enterprise applications.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91840" cy="4297680"/>
          </a:xfrm>
          <a:prstGeom prst="round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10B981"/>
                </a:solidFill>
              </a:defRPr>
            </a:pPr>
            <a:r>
              <a:t>Mutual Funds SLM Copilot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Fine-tuned edge financial advisor.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Deterministic math grounding (CAGR, Sharpe, Jensen's Alpha).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Zero hallucination guarantee.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Live 24/7 web UI &amp; AMFI NAV sync.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291840" cy="4297680"/>
          </a:xfrm>
          <a:prstGeom prst="round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3B82F6"/>
                </a:solidFill>
              </a:defRPr>
            </a:pPr>
            <a:r>
              <a:t>PayPulse Sentinel Gateway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High-throughput multi-repo payment &amp; crypto escrow system.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Cross-repo contract verification between gateway and settlement.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Self-healing automated rollbacks.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100% test coverage under chaos tests.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737360"/>
            <a:ext cx="3291840" cy="4297680"/>
          </a:xfrm>
          <a:prstGeom prst="round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10B981"/>
                </a:solidFill>
              </a:defRPr>
            </a:pPr>
            <a:r>
              <a:t>CAD/CAM Toolpath Engine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Physics-grounded manufacturing CNC code generator.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Feed rate, spindle speed, and tool deflection safety proofs.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Validated against industrial tolerances.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Zero-shot G-code generation.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ROI &amp; COMMERCIAL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Enterprise Economics: 10x Velocity, Zero Breaking Changes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Transforming engineering departments from maintenance cost centers into high-speed innovation hubs.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468880" cy="4297680"/>
          </a:xfrm>
          <a:prstGeom prst="round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103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10B981"/>
                </a:solidFill>
              </a:defRPr>
            </a:pPr>
            <a:r>
              <a:t>78% Fewer Outages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Eliminates cross-service breaking changes.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Catches schema drift before PR merge.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Saves millions in production downtime.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737360"/>
            <a:ext cx="2468880" cy="4297680"/>
          </a:xfrm>
          <a:prstGeom prst="round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920240"/>
            <a:ext cx="2103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3B82F6"/>
                </a:solidFill>
              </a:defRPr>
            </a:pPr>
            <a:r>
              <a:t>5x Shipping Speed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Autonomous multi-repo PRs generated in minutes.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Developers review and approve, rather than write boilerplate.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Massive time-to-market advantage.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2468880" cy="4297680"/>
          </a:xfrm>
          <a:prstGeom prst="round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2103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10B981"/>
                </a:solidFill>
              </a:defRPr>
            </a:pPr>
            <a:r>
              <a:t>Zero Local AI Bill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Quantized INT4 SLMs run on developer laptops.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Zero API cost per developer seat for local copilot tasks.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Complete enterprise data privacy.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737360"/>
            <a:ext cx="2468880" cy="4297680"/>
          </a:xfrm>
          <a:prstGeom prst="round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920240"/>
            <a:ext cx="2103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3B82F6"/>
                </a:solidFill>
              </a:defRPr>
            </a:pPr>
            <a:r>
              <a:t>Built-In GTM Engine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Marketing and Sales run autonomously alongside engineering.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Instant pipeline creation upon feature release.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The complete founder &amp; enterprise operating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